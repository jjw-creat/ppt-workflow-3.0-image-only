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6164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01 | 01_overview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02 | 02_problem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03 | 03_workflow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Workflow 3.0 | Image Only</dc:title>
  <dc:subject>One original image per slide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